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2" r:id="rId4"/>
    <p:sldId id="260" r:id="rId5"/>
  </p:sldIdLst>
  <p:sldSz cx="18288000" cy="10296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5103"/>
            <a:ext cx="13716000" cy="3584716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8060"/>
            <a:ext cx="13716000" cy="24859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9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8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6982"/>
            <a:ext cx="15773400" cy="4283068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90570"/>
            <a:ext cx="15773400" cy="225236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4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40973"/>
            <a:ext cx="7772400" cy="6533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40973"/>
            <a:ext cx="7772400" cy="6533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9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8195"/>
            <a:ext cx="15773400" cy="19901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4080"/>
            <a:ext cx="7736681" cy="1237012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61092"/>
            <a:ext cx="7736681" cy="553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4080"/>
            <a:ext cx="7774782" cy="1237012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61092"/>
            <a:ext cx="7774782" cy="553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7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1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3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6435"/>
            <a:ext cx="5898356" cy="240252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2510"/>
            <a:ext cx="9258300" cy="731720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8957"/>
            <a:ext cx="5898356" cy="57226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3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6435"/>
            <a:ext cx="5898356" cy="240252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2510"/>
            <a:ext cx="9258300" cy="7317206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8957"/>
            <a:ext cx="5898356" cy="57226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8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6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8195"/>
            <a:ext cx="3943350" cy="87258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8195"/>
            <a:ext cx="11601450" cy="87258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8195"/>
            <a:ext cx="15773400" cy="1990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40973"/>
            <a:ext cx="15773400" cy="6533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43354"/>
            <a:ext cx="4114800" cy="548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D24A4-6D6A-49FC-8245-FD4948D307B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43354"/>
            <a:ext cx="6172200" cy="548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43354"/>
            <a:ext cx="4114800" cy="548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E14B9-C4AB-44A6-BA5A-882FED3B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1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F81294-A172-5D5F-7A98-4E120CB0DC13}"/>
              </a:ext>
            </a:extLst>
          </p:cNvPr>
          <p:cNvSpPr/>
          <p:nvPr/>
        </p:nvSpPr>
        <p:spPr>
          <a:xfrm>
            <a:off x="0" y="-1"/>
            <a:ext cx="18288000" cy="102965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7B45C9-250A-958F-432E-4679969C528F}"/>
              </a:ext>
            </a:extLst>
          </p:cNvPr>
          <p:cNvSpPr/>
          <p:nvPr/>
        </p:nvSpPr>
        <p:spPr>
          <a:xfrm>
            <a:off x="124604" y="139700"/>
            <a:ext cx="3088860" cy="10007600"/>
          </a:xfrm>
          <a:prstGeom prst="roundRect">
            <a:avLst>
              <a:gd name="adj" fmla="val 752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C632DA-82AA-0FDA-4956-76FB8890AC7E}"/>
              </a:ext>
            </a:extLst>
          </p:cNvPr>
          <p:cNvSpPr/>
          <p:nvPr/>
        </p:nvSpPr>
        <p:spPr>
          <a:xfrm>
            <a:off x="3384369" y="1204600"/>
            <a:ext cx="6360522" cy="3350203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4E4D8B3-6B04-B733-0CD0-2CC06AE6F72F}"/>
              </a:ext>
            </a:extLst>
          </p:cNvPr>
          <p:cNvSpPr/>
          <p:nvPr/>
        </p:nvSpPr>
        <p:spPr>
          <a:xfrm>
            <a:off x="10077629" y="4859290"/>
            <a:ext cx="7877773" cy="5132746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645E6-DB2A-577C-9E67-E436C0FEFE42}"/>
              </a:ext>
            </a:extLst>
          </p:cNvPr>
          <p:cNvSpPr txBox="1"/>
          <p:nvPr/>
        </p:nvSpPr>
        <p:spPr>
          <a:xfrm>
            <a:off x="3667397" y="217579"/>
            <a:ext cx="595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Lucida Calligraphy" panose="03010101010101010101" pitchFamily="66" charset="0"/>
              </a:rPr>
              <a:t>Swift Logistics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FEC894-20F2-4D3A-FE1B-17EF17B6A877}"/>
              </a:ext>
            </a:extLst>
          </p:cNvPr>
          <p:cNvSpPr/>
          <p:nvPr/>
        </p:nvSpPr>
        <p:spPr>
          <a:xfrm>
            <a:off x="10077630" y="1204600"/>
            <a:ext cx="7857672" cy="3350203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C3F3A-2935-45AF-598D-78E48B4299F0}"/>
              </a:ext>
            </a:extLst>
          </p:cNvPr>
          <p:cNvSpPr/>
          <p:nvPr/>
        </p:nvSpPr>
        <p:spPr>
          <a:xfrm>
            <a:off x="9998816" y="4863568"/>
            <a:ext cx="8067115" cy="559863"/>
          </a:xfrm>
          <a:prstGeom prst="roundRect">
            <a:avLst>
              <a:gd name="adj" fmla="val 2099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D31638-9E17-58B4-BE98-A423D3F4B738}"/>
              </a:ext>
            </a:extLst>
          </p:cNvPr>
          <p:cNvSpPr/>
          <p:nvPr/>
        </p:nvSpPr>
        <p:spPr>
          <a:xfrm>
            <a:off x="3384369" y="4859290"/>
            <a:ext cx="6360522" cy="5132746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0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F81294-A172-5D5F-7A98-4E120CB0DC13}"/>
              </a:ext>
            </a:extLst>
          </p:cNvPr>
          <p:cNvSpPr/>
          <p:nvPr/>
        </p:nvSpPr>
        <p:spPr>
          <a:xfrm>
            <a:off x="0" y="-1"/>
            <a:ext cx="18288000" cy="102965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7B45C9-250A-958F-432E-4679969C528F}"/>
              </a:ext>
            </a:extLst>
          </p:cNvPr>
          <p:cNvSpPr/>
          <p:nvPr/>
        </p:nvSpPr>
        <p:spPr>
          <a:xfrm>
            <a:off x="124604" y="139700"/>
            <a:ext cx="3088860" cy="10007600"/>
          </a:xfrm>
          <a:prstGeom prst="roundRect">
            <a:avLst>
              <a:gd name="adj" fmla="val 752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4E4D8B3-6B04-B733-0CD0-2CC06AE6F72F}"/>
              </a:ext>
            </a:extLst>
          </p:cNvPr>
          <p:cNvSpPr/>
          <p:nvPr/>
        </p:nvSpPr>
        <p:spPr>
          <a:xfrm>
            <a:off x="10077629" y="4859290"/>
            <a:ext cx="7877773" cy="5132746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645E6-DB2A-577C-9E67-E436C0FEFE42}"/>
              </a:ext>
            </a:extLst>
          </p:cNvPr>
          <p:cNvSpPr txBox="1"/>
          <p:nvPr/>
        </p:nvSpPr>
        <p:spPr>
          <a:xfrm>
            <a:off x="3667397" y="217579"/>
            <a:ext cx="595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Lucida Calligraphy" panose="03010101010101010101" pitchFamily="66" charset="0"/>
              </a:rPr>
              <a:t>Swift Logistics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FEC894-20F2-4D3A-FE1B-17EF17B6A877}"/>
              </a:ext>
            </a:extLst>
          </p:cNvPr>
          <p:cNvSpPr/>
          <p:nvPr/>
        </p:nvSpPr>
        <p:spPr>
          <a:xfrm>
            <a:off x="10077630" y="1204600"/>
            <a:ext cx="7857672" cy="3350203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C3F3A-2935-45AF-598D-78E48B4299F0}"/>
              </a:ext>
            </a:extLst>
          </p:cNvPr>
          <p:cNvSpPr/>
          <p:nvPr/>
        </p:nvSpPr>
        <p:spPr>
          <a:xfrm>
            <a:off x="9998816" y="4863568"/>
            <a:ext cx="8067115" cy="559863"/>
          </a:xfrm>
          <a:prstGeom prst="roundRect">
            <a:avLst>
              <a:gd name="adj" fmla="val 2099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D31638-9E17-58B4-BE98-A423D3F4B738}"/>
              </a:ext>
            </a:extLst>
          </p:cNvPr>
          <p:cNvSpPr/>
          <p:nvPr/>
        </p:nvSpPr>
        <p:spPr>
          <a:xfrm>
            <a:off x="3384369" y="4859290"/>
            <a:ext cx="6360522" cy="5132746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F1375C-1A16-2402-5390-92F932859406}"/>
              </a:ext>
            </a:extLst>
          </p:cNvPr>
          <p:cNvSpPr/>
          <p:nvPr/>
        </p:nvSpPr>
        <p:spPr>
          <a:xfrm>
            <a:off x="3454856" y="1354750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4A3F20-AEBE-7986-D759-735BF3CC0A66}"/>
              </a:ext>
            </a:extLst>
          </p:cNvPr>
          <p:cNvSpPr/>
          <p:nvPr/>
        </p:nvSpPr>
        <p:spPr>
          <a:xfrm>
            <a:off x="5577026" y="1370206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B5559-35EB-FDA0-2F70-731A6CF96DD3}"/>
              </a:ext>
            </a:extLst>
          </p:cNvPr>
          <p:cNvSpPr/>
          <p:nvPr/>
        </p:nvSpPr>
        <p:spPr>
          <a:xfrm>
            <a:off x="7699196" y="1369898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6097F8-A094-21F4-C2E6-C704F6362EBE}"/>
              </a:ext>
            </a:extLst>
          </p:cNvPr>
          <p:cNvSpPr/>
          <p:nvPr/>
        </p:nvSpPr>
        <p:spPr>
          <a:xfrm>
            <a:off x="3446701" y="2958631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2E5B88-37EC-CA2C-7008-6E4E5E0C5808}"/>
              </a:ext>
            </a:extLst>
          </p:cNvPr>
          <p:cNvSpPr/>
          <p:nvPr/>
        </p:nvSpPr>
        <p:spPr>
          <a:xfrm>
            <a:off x="5568452" y="2958630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C493F2-FF4C-7890-74A5-4D13647685BE}"/>
              </a:ext>
            </a:extLst>
          </p:cNvPr>
          <p:cNvSpPr/>
          <p:nvPr/>
        </p:nvSpPr>
        <p:spPr>
          <a:xfrm>
            <a:off x="7699196" y="2958629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6D431A-96EC-9F8D-C25C-DC62C4DFFD57}"/>
              </a:ext>
            </a:extLst>
          </p:cNvPr>
          <p:cNvSpPr/>
          <p:nvPr/>
        </p:nvSpPr>
        <p:spPr>
          <a:xfrm>
            <a:off x="3266625" y="4874438"/>
            <a:ext cx="6596010" cy="559863"/>
          </a:xfrm>
          <a:prstGeom prst="roundRect">
            <a:avLst>
              <a:gd name="adj" fmla="val 2099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5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F81294-A172-5D5F-7A98-4E120CB0DC13}"/>
              </a:ext>
            </a:extLst>
          </p:cNvPr>
          <p:cNvSpPr/>
          <p:nvPr/>
        </p:nvSpPr>
        <p:spPr>
          <a:xfrm>
            <a:off x="0" y="-1"/>
            <a:ext cx="18288000" cy="102965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7B45C9-250A-958F-432E-4679969C528F}"/>
              </a:ext>
            </a:extLst>
          </p:cNvPr>
          <p:cNvSpPr/>
          <p:nvPr/>
        </p:nvSpPr>
        <p:spPr>
          <a:xfrm>
            <a:off x="124604" y="139700"/>
            <a:ext cx="3088860" cy="10007600"/>
          </a:xfrm>
          <a:prstGeom prst="roundRect">
            <a:avLst>
              <a:gd name="adj" fmla="val 752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645E6-DB2A-577C-9E67-E436C0FEFE42}"/>
              </a:ext>
            </a:extLst>
          </p:cNvPr>
          <p:cNvSpPr txBox="1"/>
          <p:nvPr/>
        </p:nvSpPr>
        <p:spPr>
          <a:xfrm>
            <a:off x="3667397" y="217579"/>
            <a:ext cx="595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Lucida Calligraphy" panose="03010101010101010101" pitchFamily="66" charset="0"/>
              </a:rPr>
              <a:t>Swift Logistics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FEC894-20F2-4D3A-FE1B-17EF17B6A877}"/>
              </a:ext>
            </a:extLst>
          </p:cNvPr>
          <p:cNvSpPr/>
          <p:nvPr/>
        </p:nvSpPr>
        <p:spPr>
          <a:xfrm>
            <a:off x="10077630" y="1204600"/>
            <a:ext cx="7857672" cy="3350203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F1375C-1A16-2402-5390-92F932859406}"/>
              </a:ext>
            </a:extLst>
          </p:cNvPr>
          <p:cNvSpPr/>
          <p:nvPr/>
        </p:nvSpPr>
        <p:spPr>
          <a:xfrm>
            <a:off x="3454856" y="1354750"/>
            <a:ext cx="1992356" cy="1758701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4A3F20-AEBE-7986-D759-735BF3CC0A66}"/>
              </a:ext>
            </a:extLst>
          </p:cNvPr>
          <p:cNvSpPr/>
          <p:nvPr/>
        </p:nvSpPr>
        <p:spPr>
          <a:xfrm>
            <a:off x="5577026" y="1370206"/>
            <a:ext cx="1992356" cy="1743245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B5559-35EB-FDA0-2F70-731A6CF96DD3}"/>
              </a:ext>
            </a:extLst>
          </p:cNvPr>
          <p:cNvSpPr/>
          <p:nvPr/>
        </p:nvSpPr>
        <p:spPr>
          <a:xfrm>
            <a:off x="7699196" y="1369898"/>
            <a:ext cx="1992356" cy="1743245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35A3B4-0D94-8DD4-3944-9726E810C971}"/>
              </a:ext>
            </a:extLst>
          </p:cNvPr>
          <p:cNvGrpSpPr/>
          <p:nvPr/>
        </p:nvGrpSpPr>
        <p:grpSpPr>
          <a:xfrm>
            <a:off x="3275199" y="3331029"/>
            <a:ext cx="6596010" cy="6747917"/>
            <a:chOff x="3266625" y="4859290"/>
            <a:chExt cx="6596010" cy="513274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1D31638-9E17-58B4-BE98-A423D3F4B738}"/>
                </a:ext>
              </a:extLst>
            </p:cNvPr>
            <p:cNvSpPr/>
            <p:nvPr/>
          </p:nvSpPr>
          <p:spPr>
            <a:xfrm>
              <a:off x="3384369" y="4859290"/>
              <a:ext cx="6360522" cy="5132746"/>
            </a:xfrm>
            <a:prstGeom prst="roundRect">
              <a:avLst>
                <a:gd name="adj" fmla="val 3252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A6D431A-96EC-9F8D-C25C-DC62C4DFFD57}"/>
                </a:ext>
              </a:extLst>
            </p:cNvPr>
            <p:cNvSpPr/>
            <p:nvPr/>
          </p:nvSpPr>
          <p:spPr>
            <a:xfrm>
              <a:off x="3266625" y="4874438"/>
              <a:ext cx="6596010" cy="559863"/>
            </a:xfrm>
            <a:prstGeom prst="roundRect">
              <a:avLst>
                <a:gd name="adj" fmla="val 20999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173E26-C3D7-E63B-0948-4673235A7880}"/>
              </a:ext>
            </a:extLst>
          </p:cNvPr>
          <p:cNvSpPr/>
          <p:nvPr/>
        </p:nvSpPr>
        <p:spPr>
          <a:xfrm>
            <a:off x="9987175" y="4693456"/>
            <a:ext cx="8067115" cy="587921"/>
          </a:xfrm>
          <a:prstGeom prst="roundRect">
            <a:avLst>
              <a:gd name="adj" fmla="val 2099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9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F81294-A172-5D5F-7A98-4E120CB0DC13}"/>
              </a:ext>
            </a:extLst>
          </p:cNvPr>
          <p:cNvSpPr/>
          <p:nvPr/>
        </p:nvSpPr>
        <p:spPr>
          <a:xfrm>
            <a:off x="0" y="-1"/>
            <a:ext cx="18288000" cy="102965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7B45C9-250A-958F-432E-4679969C528F}"/>
              </a:ext>
            </a:extLst>
          </p:cNvPr>
          <p:cNvSpPr/>
          <p:nvPr/>
        </p:nvSpPr>
        <p:spPr>
          <a:xfrm>
            <a:off x="124604" y="139700"/>
            <a:ext cx="3088860" cy="10007600"/>
          </a:xfrm>
          <a:prstGeom prst="roundRect">
            <a:avLst>
              <a:gd name="adj" fmla="val 752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4E4D8B3-6B04-B733-0CD0-2CC06AE6F72F}"/>
              </a:ext>
            </a:extLst>
          </p:cNvPr>
          <p:cNvSpPr/>
          <p:nvPr/>
        </p:nvSpPr>
        <p:spPr>
          <a:xfrm>
            <a:off x="10077629" y="1354750"/>
            <a:ext cx="7877773" cy="8637286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645E6-DB2A-577C-9E67-E436C0FEFE42}"/>
              </a:ext>
            </a:extLst>
          </p:cNvPr>
          <p:cNvSpPr txBox="1"/>
          <p:nvPr/>
        </p:nvSpPr>
        <p:spPr>
          <a:xfrm>
            <a:off x="3667397" y="217579"/>
            <a:ext cx="595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Lucida Calligraphy" panose="03010101010101010101" pitchFamily="66" charset="0"/>
              </a:rPr>
              <a:t>Swift Logistics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C3F3A-2935-45AF-598D-78E48B4299F0}"/>
              </a:ext>
            </a:extLst>
          </p:cNvPr>
          <p:cNvSpPr/>
          <p:nvPr/>
        </p:nvSpPr>
        <p:spPr>
          <a:xfrm>
            <a:off x="10077629" y="1354751"/>
            <a:ext cx="7877773" cy="852872"/>
          </a:xfrm>
          <a:prstGeom prst="roundRect">
            <a:avLst>
              <a:gd name="adj" fmla="val 917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D31638-9E17-58B4-BE98-A423D3F4B738}"/>
              </a:ext>
            </a:extLst>
          </p:cNvPr>
          <p:cNvSpPr/>
          <p:nvPr/>
        </p:nvSpPr>
        <p:spPr>
          <a:xfrm>
            <a:off x="3384369" y="4859290"/>
            <a:ext cx="6360522" cy="5132746"/>
          </a:xfrm>
          <a:prstGeom prst="roundRect">
            <a:avLst>
              <a:gd name="adj" fmla="val 32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F1375C-1A16-2402-5390-92F932859406}"/>
              </a:ext>
            </a:extLst>
          </p:cNvPr>
          <p:cNvSpPr/>
          <p:nvPr/>
        </p:nvSpPr>
        <p:spPr>
          <a:xfrm>
            <a:off x="3454856" y="1354750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4A3F20-AEBE-7986-D759-735BF3CC0A66}"/>
              </a:ext>
            </a:extLst>
          </p:cNvPr>
          <p:cNvSpPr/>
          <p:nvPr/>
        </p:nvSpPr>
        <p:spPr>
          <a:xfrm>
            <a:off x="5577026" y="1370206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B5559-35EB-FDA0-2F70-731A6CF96DD3}"/>
              </a:ext>
            </a:extLst>
          </p:cNvPr>
          <p:cNvSpPr/>
          <p:nvPr/>
        </p:nvSpPr>
        <p:spPr>
          <a:xfrm>
            <a:off x="7699196" y="1369898"/>
            <a:ext cx="2233748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6097F8-A094-21F4-C2E6-C704F6362EBE}"/>
              </a:ext>
            </a:extLst>
          </p:cNvPr>
          <p:cNvSpPr/>
          <p:nvPr/>
        </p:nvSpPr>
        <p:spPr>
          <a:xfrm>
            <a:off x="3446701" y="2958631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2E5B88-37EC-CA2C-7008-6E4E5E0C5808}"/>
              </a:ext>
            </a:extLst>
          </p:cNvPr>
          <p:cNvSpPr/>
          <p:nvPr/>
        </p:nvSpPr>
        <p:spPr>
          <a:xfrm>
            <a:off x="5568452" y="2958630"/>
            <a:ext cx="1992356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C493F2-FF4C-7890-74A5-4D13647685BE}"/>
              </a:ext>
            </a:extLst>
          </p:cNvPr>
          <p:cNvSpPr/>
          <p:nvPr/>
        </p:nvSpPr>
        <p:spPr>
          <a:xfrm>
            <a:off x="7699196" y="2958629"/>
            <a:ext cx="2216600" cy="1434097"/>
          </a:xfrm>
          <a:prstGeom prst="roundRect">
            <a:avLst>
              <a:gd name="adj" fmla="val 325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0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</TotalTime>
  <Words>8</Words>
  <Application>Microsoft Office PowerPoint</Application>
  <PresentationFormat>Custom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Lucida Calligraphy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Joan C</dc:creator>
  <cp:lastModifiedBy>Ben Joan C</cp:lastModifiedBy>
  <cp:revision>7</cp:revision>
  <dcterms:created xsi:type="dcterms:W3CDTF">2026-01-08T14:22:26Z</dcterms:created>
  <dcterms:modified xsi:type="dcterms:W3CDTF">2026-01-09T09:09:29Z</dcterms:modified>
</cp:coreProperties>
</file>